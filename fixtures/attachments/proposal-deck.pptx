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/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/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Maple &amp; Moss proposal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Scope and approach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Pricing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Fee is $50,000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Payment in two instalments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Team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Two designers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One producer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subject>PptxGenJS Presentation</dc:subject>
  <dc:creator>PptxGenJS</dc:creator>
  <cp:lastModifiedBy>PptxGenJS</cp:lastModifiedBy>
  <cp:revision>1</cp:revision>
  <dcterms:created xsi:type="dcterms:W3CDTF">2026-10-25T06:57:04Z</dcterms:created>
  <dcterms:modified xsi:type="dcterms:W3CDTF">2026-10-25T06:57:04Z</dcterms:modified>
</cp:coreProperties>
</file>