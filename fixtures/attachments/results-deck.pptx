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XTU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/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63040"/>
            <a:ext cx="10972800" cy="4389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/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/>
              <a:t>Maple &amp; Moss results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63040"/>
            <a:ext cx="10972800" cy="43891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First quarter outcomes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/>
              <a:t>Pricing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63040"/>
            <a:ext cx="10972800" cy="43891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Fee is $50,000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Renewal in January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/>
              <a:t>Next steps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63040"/>
            <a:ext cx="10972800" cy="43891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Plan the second phase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Fixture deck</dc:title>
  <dc:subject>PptxGenJS Presentation</dc:subject>
  <dc:creator>PptxGenJS</dc:creator>
  <cp:lastModifiedBy>PptxGenJS</cp:lastModifiedBy>
  <cp:revision>1</cp:revision>
  <dcterms:created xsi:type="dcterms:W3CDTF">2026-10-25T06:57:04Z</dcterms:created>
  <dcterms:modified xsi:type="dcterms:W3CDTF">2026-10-25T06:57:04Z</dcterms:modified>
</cp:coreProperties>
</file>