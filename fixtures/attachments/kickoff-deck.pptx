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 and thank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X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/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/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Maple &amp; Moss kickoff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Harbor Creative proposal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Four-week engagement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Pricing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Fee is $50,000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Payment in two instalments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Travel billed at cost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Timeline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Four weeks from kickoff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Review in week three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800" b="1" dirty="0"/>
              <a:t>Thank you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63040"/>
            <a:ext cx="10972800" cy="43891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Fixture deck</dc:title>
  <dc:subject>PptxGenJS Presentation</dc:subject>
  <dc:creator>PptxGenJS</dc:creator>
  <cp:lastModifiedBy>PptxGenJS</cp:lastModifiedBy>
  <cp:revision>1</cp:revision>
  <dcterms:created xsi:type="dcterms:W3CDTF">2026-10-25T06:57:04Z</dcterms:created>
  <dcterms:modified xsi:type="dcterms:W3CDTF">2026-10-25T06:57:04Z</dcterms:modified>
</cp:coreProperties>
</file>